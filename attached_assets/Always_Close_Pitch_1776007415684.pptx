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Always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real-time geo-social platform</a:t>
            </a:r>
          </a:p>
          <a:p>
            <a:r>
              <a:t>Connecting people around you instantly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can't discover who is physically near them</a:t>
            </a:r>
          </a:p>
          <a:p>
            <a:r>
              <a:t>No real-time local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nearby discovery</a:t>
            </a:r>
          </a:p>
          <a:p>
            <a:r>
              <a:t>People, rooms, places around you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Nearby People</a:t>
            </a:r>
          </a:p>
          <a:p>
            <a:r>
              <a:t>Matching</a:t>
            </a:r>
          </a:p>
          <a:p>
            <a:r>
              <a:t>Local Rooms</a:t>
            </a:r>
          </a:p>
          <a:p>
            <a:r>
              <a:t>Live Activity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Walking Near You</a:t>
            </a:r>
          </a:p>
          <a:p>
            <a:r>
              <a:t>Real-time movement detection</a:t>
            </a:r>
          </a:p>
          <a:p>
            <a:r>
              <a:t>Live environment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GeoHash Grid</a:t>
            </a:r>
          </a:p>
          <a:p>
            <a:r>
              <a:t>Supabase</a:t>
            </a:r>
          </a:p>
          <a:p>
            <a:r>
              <a:t>Telegram MVP</a:t>
            </a:r>
          </a:p>
          <a:p>
            <a:r>
              <a:t>Scalable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subscriptions</a:t>
            </a:r>
          </a:p>
          <a:p>
            <a:r>
              <a:t>Premium features</a:t>
            </a:r>
          </a:p>
          <a:p>
            <a:r>
              <a:t>Local 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 the world into a live social map</a:t>
            </a:r>
          </a:p>
          <a:p>
            <a:r>
              <a:t>Everything around you is discoverable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Nearby system</a:t>
            </a:r>
          </a:p>
          <a:p>
            <a:r>
              <a:t>Launch beta</a:t>
            </a:r>
          </a:p>
          <a:p>
            <a:r>
              <a:t>Build Live Map</a:t>
            </a:r>
          </a:p>
          <a:p>
            <a:r>
              <a:t>Scale globally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